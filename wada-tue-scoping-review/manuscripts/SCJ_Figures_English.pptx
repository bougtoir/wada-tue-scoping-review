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1</a:t>
            </a:r>
          </a:p>
        </p:txBody>
      </p:sp>
      <p:pic>
        <p:nvPicPr>
          <p:cNvPr id="3" name="Picture 2" descr="fig1_prism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9" y="914400"/>
            <a:ext cx="380359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1. PRISMA-ScR flow diagram illustrating the source selection process.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2</a:t>
            </a:r>
          </a:p>
        </p:txBody>
      </p:sp>
      <p:pic>
        <p:nvPicPr>
          <p:cNvPr id="3" name="Picture 2" descr="fig2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586" y="914400"/>
            <a:ext cx="790252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2. Clinical-competition gap risk matrix by disease area and assessment dimension.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3</a:t>
            </a:r>
          </a:p>
        </p:txBody>
      </p:sp>
      <p:pic>
        <p:nvPicPr>
          <p:cNvPr id="3" name="Picture 2" descr="fig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914400"/>
            <a:ext cx="10058400" cy="42782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3. Timeline of clinical guideline updates versus WADA TUE regulatory changes (2018–2026).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4</a:t>
            </a:r>
          </a:p>
        </p:txBody>
      </p:sp>
      <p:pic>
        <p:nvPicPr>
          <p:cNvPr id="3" name="Picture 2" descr="fig4_conceptual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482" y="914400"/>
            <a:ext cx="573673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4. Conceptual framework: structural drivers of clinical-competition divergence.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5</a:t>
            </a:r>
          </a:p>
        </p:txBody>
      </p:sp>
      <p:pic>
        <p:nvPicPr>
          <p:cNvPr id="3" name="Picture 2" descr="fig5_severit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791" y="914400"/>
            <a:ext cx="8480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5. Clinical-competition gap severity by disease area and assessment dimension.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