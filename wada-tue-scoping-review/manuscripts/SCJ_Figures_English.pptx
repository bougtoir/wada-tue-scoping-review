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prisma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27" y="457200"/>
            <a:ext cx="1056904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19" y="457200"/>
            <a:ext cx="1028245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27" y="457200"/>
            <a:ext cx="1056904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conceptu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27" y="457200"/>
            <a:ext cx="1056904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sever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47" y="457200"/>
            <a:ext cx="105664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