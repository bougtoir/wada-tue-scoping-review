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/>
              <a:t>Figure 1</a:t>
            </a:r>
          </a:p>
        </p:txBody>
      </p:sp>
      <p:pic>
        <p:nvPicPr>
          <p:cNvPr id="3" name="Picture 2" descr="fig1_prisma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4049" y="914400"/>
            <a:ext cx="380359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/>
              <a:t>Figure 1. PRISMA-ScR flow diagram illustrating the source selection process.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/>
              <a:t>Figure 2</a:t>
            </a:r>
          </a:p>
        </p:txBody>
      </p:sp>
      <p:pic>
        <p:nvPicPr>
          <p:cNvPr id="3" name="Picture 2" descr="fig4_conceptual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7482" y="914400"/>
            <a:ext cx="573673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/>
              <a:t>Figure 2. Conceptual framework: structural drivers of clinical-competition divergence.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/>
              <a:t>Figure 3</a:t>
            </a:r>
          </a:p>
        </p:txBody>
      </p:sp>
      <p:pic>
        <p:nvPicPr>
          <p:cNvPr id="3" name="Picture 2" descr="fig2_gap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4586" y="914400"/>
            <a:ext cx="790252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/>
              <a:t>Figure 3. Clinical-competition gap risk matrix by disease area and assessment dimension.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/>
              <a:t>Figure 4</a:t>
            </a:r>
          </a:p>
        </p:txBody>
      </p:sp>
      <p:pic>
        <p:nvPicPr>
          <p:cNvPr id="3" name="Picture 2" descr="fig3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914400"/>
            <a:ext cx="10058400" cy="427821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/>
              <a:t>Figure 4. Timeline of clinical guideline updates versus WADA TUE regulatory changes (2018–2026).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/>
              <a:t>Figure 5</a:t>
            </a:r>
          </a:p>
        </p:txBody>
      </p:sp>
      <p:pic>
        <p:nvPicPr>
          <p:cNvPr id="3" name="Picture 2" descr="fig5_severit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8563" y="914400"/>
            <a:ext cx="849456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/>
              <a:t>Figure 5. Clinical-competition gap severity by disease area and assessment dimension.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