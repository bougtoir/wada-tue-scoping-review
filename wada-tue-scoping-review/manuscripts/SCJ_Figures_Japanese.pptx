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/>
              <a:t>図 1</a:t>
            </a:r>
          </a:p>
        </p:txBody>
      </p:sp>
      <p:pic>
        <p:nvPicPr>
          <p:cNvPr id="3" name="Picture 2" descr="fig1_prisma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049" y="914400"/>
            <a:ext cx="380359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図 1. PRISMA-ScRフローダイアグラム：文献選択プロセス。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/>
              <a:t>図 2</a:t>
            </a:r>
          </a:p>
        </p:txBody>
      </p:sp>
      <p:pic>
        <p:nvPicPr>
          <p:cNvPr id="3" name="Picture 2" descr="fig4_conceptual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482" y="914400"/>
            <a:ext cx="573673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図 2. 概念的フレームワーク：臨床─競技乖離の構造的駆動要因。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/>
              <a:t>図 3</a:t>
            </a:r>
          </a:p>
        </p:txBody>
      </p:sp>
      <p:pic>
        <p:nvPicPr>
          <p:cNvPr id="3" name="Picture 2" descr="fig2_g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586" y="914400"/>
            <a:ext cx="790252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図 3. 臨床─競技ギャップリスクマトリックス：疾患領域×評価次元。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/>
              <a:t>図 4</a:t>
            </a:r>
          </a:p>
        </p:txBody>
      </p:sp>
      <p:pic>
        <p:nvPicPr>
          <p:cNvPr id="3" name="Picture 2" descr="fig3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42782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図 4. 臨床ガイドライン更新とWADA TUE規制変更のタイムライン（2018–2026）。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/>
              <a:t>図 5</a:t>
            </a:r>
          </a:p>
        </p:txBody>
      </p:sp>
      <p:pic>
        <p:nvPicPr>
          <p:cNvPr id="3" name="Picture 2" descr="fig5_severit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563" y="914400"/>
            <a:ext cx="849456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図 5. 疾患領域×評価次元別の臨床─競技ギャップ重症度。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