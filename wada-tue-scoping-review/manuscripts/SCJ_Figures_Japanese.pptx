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1</a:t>
            </a:r>
          </a:p>
        </p:txBody>
      </p:sp>
      <p:pic>
        <p:nvPicPr>
          <p:cNvPr id="3" name="Picture 2" descr="fig1_prisma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9" y="914400"/>
            <a:ext cx="380359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1. PRISMA-ScRフローダイアグラム：文献選択プロセス。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2</a:t>
            </a:r>
          </a:p>
        </p:txBody>
      </p:sp>
      <p:pic>
        <p:nvPicPr>
          <p:cNvPr id="3" name="Picture 2" descr="fig2_ga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4586" y="914400"/>
            <a:ext cx="7902522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2. 臨床─競技ギャップリスクマトリックス：疾患領域×評価次元。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3</a:t>
            </a:r>
          </a:p>
        </p:txBody>
      </p:sp>
      <p:pic>
        <p:nvPicPr>
          <p:cNvPr id="3" name="Picture 2" descr="fig3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647" y="914400"/>
            <a:ext cx="10058400" cy="42782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3. 臨床ガイドライン更新とWADA TUE規制変更のタイムライン（2018–2026）。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4</a:t>
            </a:r>
          </a:p>
        </p:txBody>
      </p:sp>
      <p:pic>
        <p:nvPicPr>
          <p:cNvPr id="3" name="Picture 2" descr="fig4_conceptual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7482" y="914400"/>
            <a:ext cx="573673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4. 概念的フレームワーク：臨床─競技乖離の構造的駆動要因。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2400"/>
              <a:t>図 5</a:t>
            </a:r>
          </a:p>
        </p:txBody>
      </p:sp>
      <p:pic>
        <p:nvPicPr>
          <p:cNvPr id="3" name="Picture 2" descr="fig5_severit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791" y="914400"/>
            <a:ext cx="8480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i="1"/>
              <a:t>図 5. 疾患領域×評価次元別の臨床─競技ギャップ重症度。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