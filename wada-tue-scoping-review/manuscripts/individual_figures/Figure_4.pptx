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2400"/>
              <a:t>Figure 4</a:t>
            </a:r>
          </a:p>
        </p:txBody>
      </p:sp>
      <p:pic>
        <p:nvPicPr>
          <p:cNvPr id="3" name="Picture 2" descr="fig3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647" y="914400"/>
            <a:ext cx="10058400" cy="427821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i="1"/>
              <a:t>Figure 4. Timeline of clinical guideline updates versus WADA TUE regulatory changes (2018–2026).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