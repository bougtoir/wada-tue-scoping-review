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000">
                <a:solidFill>
                  <a:srgbClr val="1B3A5C"/>
                </a:solidFill>
              </a:rPr>
              <a:t>Figure 4. Timeline of Clinical Guideline Updates vs.
WADA TUE Regulatory Changes (2018–2026)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29000"/>
            <a:ext cx="10332720" cy="0"/>
          </a:xfrm>
          <a:prstGeom prst="line">
            <a:avLst/>
          </a:prstGeom>
          <a:ln w="25400">
            <a:solidFill>
              <a:srgbClr val="4242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1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6704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71416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0263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4976" y="35204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/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137160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1B3A5C"/>
                </a:solidFill>
              </a:rPr>
              <a:t>WADA
Regulatory
Updates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1371600"/>
            <a:ext cx="1645920" cy="640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GC intra-articular
prohibited 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0609" y="2194560"/>
            <a:ext cx="1645920" cy="640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Diabetes TUE
Guideline v5.1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5552" y="1371600"/>
            <a:ext cx="1645920" cy="640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GLP-1 RA
Monitoring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70263" y="2194560"/>
            <a:ext cx="1645920" cy="640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PCOS TUE GL v2.0
Hypogonadism update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94976" y="1371600"/>
            <a:ext cx="1645920" cy="640080"/>
          </a:xfrm>
          <a:prstGeom prst="round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Asthma TUE v9.3
ADHD TUE v8.0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38912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2E7D32"/>
                </a:solidFill>
              </a:rPr>
              <a:t>Clinical
Guideline
Updates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659636" y="4114800"/>
            <a:ext cx="1645920" cy="640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Endocrine Soc.
Testosterone GL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96128" y="4937760"/>
            <a:ext cx="1645920" cy="640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Australian
ADHD GL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83196" y="4114800"/>
            <a:ext cx="1645920" cy="640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PCOS Intl GL
TRAVERSE trial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07908" y="4937760"/>
            <a:ext cx="1645920" cy="640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NICE ADHD
EAU Reprod Health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20148" y="4114800"/>
            <a:ext cx="1645920" cy="64008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424242"/>
                </a:solidFill>
              </a:rPr>
              <a:t>GINA 2025
ADA Diabetes 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3108960"/>
            <a:ext cx="914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C62828"/>
                </a:solidFill>
              </a:rPr>
              <a:t>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424242"/>
                </a:solidFill>
              </a:rPr>
              <a:t>Figure 4. Timeline of clinical guideline updates versus WADA TUE regulatory changes (2018–2026).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