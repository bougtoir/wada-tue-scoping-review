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2</a:t>
            </a:r>
          </a:p>
        </p:txBody>
      </p:sp>
      <p:pic>
        <p:nvPicPr>
          <p:cNvPr id="3" name="Picture 2" descr="fig4_conceptual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482" y="914400"/>
            <a:ext cx="573673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2. Conceptual framework: structural drivers of clinical-competition divergence.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