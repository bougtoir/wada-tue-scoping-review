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/>
              <a:t>Figure 1</a:t>
            </a:r>
          </a:p>
        </p:txBody>
      </p:sp>
      <p:pic>
        <p:nvPicPr>
          <p:cNvPr id="3" name="Picture 2" descr="fig1_prisma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049" y="914400"/>
            <a:ext cx="380359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Figure 1. PRISMA-ScR flow diagram illustrating the source selection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