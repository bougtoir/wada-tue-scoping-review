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400"/>
              <a:t>Figure 3</a:t>
            </a:r>
          </a:p>
        </p:txBody>
      </p:sp>
      <p:pic>
        <p:nvPicPr>
          <p:cNvPr id="3" name="Picture 2" descr="fig2_ga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586" y="914400"/>
            <a:ext cx="790252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Figure 3. Clinical-competition gap risk matrix by disease area and assessment dimension.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