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3</a:t>
            </a:r>
          </a:p>
        </p:txBody>
      </p:sp>
      <p:pic>
        <p:nvPicPr>
          <p:cNvPr id="3" name="Picture 2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586" y="914400"/>
            <a:ext cx="790252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3. Clinical-competition gap risk matrix by disease area and assessment dimension.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