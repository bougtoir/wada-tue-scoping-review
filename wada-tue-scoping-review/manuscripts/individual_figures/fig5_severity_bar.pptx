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First-line Rx Prohibited</c:v>
                </c:pt>
              </c:strCache>
            </c:strRef>
          </c:tx>
          <c:spPr>
            <a:solidFill>
              <a:srgbClr val="EF5350"/>
            </a:solidFill>
          </c:spPr>
          <c:cat>
            <c:strRef>
              <c:f>Sheet1!$A$2:$A$8</c:f>
              <c:strCache>
                <c:ptCount val="7"/>
                <c:pt idx="0">
                  <c:v>Male
Hypogonadism</c:v>
                </c:pt>
                <c:pt idx="1">
                  <c:v>ADHD</c:v>
                </c:pt>
                <c:pt idx="2">
                  <c:v>PMOS /
Fertility</c:v>
                </c:pt>
                <c:pt idx="3">
                  <c:v>Cardiovascular</c:v>
                </c:pt>
                <c:pt idx="4">
                  <c:v>Glucocorticoids</c:v>
                </c:pt>
                <c:pt idx="5">
                  <c:v>Asthma</c:v>
                </c:pt>
                <c:pt idx="6">
                  <c:v>Type 2 Diabetes
/ GLP-1 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4.0</c:v>
                </c:pt>
                <c:pt idx="1">
                  <c:v>4.0</c:v>
                </c:pt>
                <c:pt idx="2">
                  <c:v>4.0</c:v>
                </c:pt>
                <c:pt idx="3">
                  <c:v>3.0</c:v>
                </c:pt>
                <c:pt idx="4">
                  <c:v>3.0</c:v>
                </c:pt>
                <c:pt idx="5">
                  <c:v>2.0</c:v>
                </c:pt>
                <c:pt idx="6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TUE Process Complexity</c:v>
                </c:pt>
              </c:strCache>
            </c:strRef>
          </c:tx>
          <c:spPr>
            <a:solidFill>
              <a:srgbClr val="FF9800"/>
            </a:solidFill>
          </c:spPr>
          <c:cat>
            <c:strRef>
              <c:f>Sheet1!$A$2:$A$8</c:f>
              <c:strCache>
                <c:ptCount val="7"/>
                <c:pt idx="0">
                  <c:v>Male
Hypogonadism</c:v>
                </c:pt>
                <c:pt idx="1">
                  <c:v>ADHD</c:v>
                </c:pt>
                <c:pt idx="2">
                  <c:v>PMOS /
Fertility</c:v>
                </c:pt>
                <c:pt idx="3">
                  <c:v>Cardiovascular</c:v>
                </c:pt>
                <c:pt idx="4">
                  <c:v>Glucocorticoids</c:v>
                </c:pt>
                <c:pt idx="5">
                  <c:v>Asthma</c:v>
                </c:pt>
                <c:pt idx="6">
                  <c:v>Type 2 Diabetes
/ GLP-1 RA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Guideline Update Lag</c:v>
                </c:pt>
              </c:strCache>
            </c:strRef>
          </c:tx>
          <c:spPr>
            <a:solidFill>
              <a:srgbClr val="FDD835"/>
            </a:solidFill>
          </c:spPr>
          <c:cat>
            <c:strRef>
              <c:f>Sheet1!$A$2:$A$8</c:f>
              <c:strCache>
                <c:ptCount val="7"/>
                <c:pt idx="0">
                  <c:v>Male
Hypogonadism</c:v>
                </c:pt>
                <c:pt idx="1">
                  <c:v>ADHD</c:v>
                </c:pt>
                <c:pt idx="2">
                  <c:v>PMOS /
Fertility</c:v>
                </c:pt>
                <c:pt idx="3">
                  <c:v>Cardiovascular</c:v>
                </c:pt>
                <c:pt idx="4">
                  <c:v>Glucocorticoids</c:v>
                </c:pt>
                <c:pt idx="5">
                  <c:v>Asthma</c:v>
                </c:pt>
                <c:pt idx="6">
                  <c:v>Type 2 Diabetes
/ GLP-1 RA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Athlete Impact</c:v>
                </c:pt>
              </c:strCache>
            </c:strRef>
          </c:tx>
          <c:spPr>
            <a:solidFill>
              <a:srgbClr val="42A5F5"/>
            </a:solidFill>
          </c:spPr>
          <c:cat>
            <c:strRef>
              <c:f>Sheet1!$A$2:$A$8</c:f>
              <c:strCache>
                <c:ptCount val="7"/>
                <c:pt idx="0">
                  <c:v>Male
Hypogonadism</c:v>
                </c:pt>
                <c:pt idx="1">
                  <c:v>ADHD</c:v>
                </c:pt>
                <c:pt idx="2">
                  <c:v>PMOS /
Fertility</c:v>
                </c:pt>
                <c:pt idx="3">
                  <c:v>Cardiovascular</c:v>
                </c:pt>
                <c:pt idx="4">
                  <c:v>Glucocorticoids</c:v>
                </c:pt>
                <c:pt idx="5">
                  <c:v>Asthma</c:v>
                </c:pt>
                <c:pt idx="6">
                  <c:v>Type 2 Diabetes
/ GLP-1 RA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4.0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