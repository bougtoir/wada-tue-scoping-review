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91" y="914400"/>
            <a:ext cx="8480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5. Clinical-competition gap severity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