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ig2_gap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4619" y="457200"/>
            <a:ext cx="10282456" cy="59436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