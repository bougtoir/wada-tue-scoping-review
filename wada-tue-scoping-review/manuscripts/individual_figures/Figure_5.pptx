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Figure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63" y="914400"/>
            <a:ext cx="8494568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Figure 5. Clinical-competition gap severity by disease area and assessment dimension.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