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First-line Rx Prohibited</c:v>
                </c:pt>
              </c:strCache>
            </c:strRef>
          </c:tx>
          <c:spPr>
            <a:solidFill>
              <a:srgbClr val="EF5350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PCOS/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TUE Process Complexity</c:v>
                </c:pt>
              </c:strCache>
            </c:strRef>
          </c:tx>
          <c:spPr>
            <a:solidFill>
              <a:srgbClr val="FF9800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PCOS/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Guideline Update Lag</c:v>
                </c:pt>
              </c:strCache>
            </c:strRef>
          </c:tx>
          <c:spPr>
            <a:solidFill>
              <a:srgbClr val="FDD835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PCOS/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  <c:pt idx="6">
                  <c:v>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Athlete Impact</c:v>
                </c:pt>
              </c:strCache>
            </c:strRef>
          </c:tx>
          <c:spPr>
            <a:solidFill>
              <a:srgbClr val="42A5F5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PCOS/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5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1B3A5C"/>
                </a:solidFill>
              </a:rPr>
              <a:t>Figure 5. Clinical-Competition Gap Severity
by Disease Area and Assessment Dimension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24242"/>
                </a:solidFill>
              </a:rPr>
              <a:t>Figure 5. Clinical-competition gap severity by disease area and assessment dimension.
Severity: None (0), Low (1), Medium (2), High (3), Very High (4).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